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B7CC-B40C-1CC2-2A7B-75AB032E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4B515-20D5-37B3-0001-F836D1AA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B157C-20AF-4BB7-B575-2C88BA37BB08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A7D21-45ED-64E1-EE81-D0A93CC7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3401-9BFF-D974-0E1C-9D687C17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8487-2B40-4BE2-BEA4-99E8EE00B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6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376A2-94F9-CB9A-3762-84759EBB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5456-BB6C-B38D-EC07-E185BFA27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A7900-4F5A-A457-57B7-F8B6AE3B3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B157C-20AF-4BB7-B575-2C88BA37BB08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04A6-03DE-0994-8A60-5FC557A11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434B3-C1C9-1AC4-50A7-07BD11547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A8487-2B40-4BE2-BEA4-99E8EE00B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5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07466E-6A4E-85C5-6F5C-777D2E00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Understanding Web developement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0ECE4B-4045-9D54-CB2B-BEA9E72E7C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79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BE59A5B-DB93-0980-C70C-CFC4E765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A- How does the web work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2DC6D-02FD-5E96-64BE-A63938E7FF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7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7DEB6A-D852-BA29-7189-6EB328EE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A-1: Client-Server Model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D80E6A-4F6B-B64A-74B4-58EA6C0F0D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3CAA4E-8E50-A0FC-7555-C213516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A-2: HTTP/HTTPS Protocols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E4C76-0025-8C04-4DBF-B89CD15294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10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EDECDD5-8EA1-146B-94D2-6FF820EF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A-3: DNS Resolution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B958E-A33E-D738-D27F-B43E6F6ED2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0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7213E3A-92EE-0953-DECE-391231D0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A-4: Browser Rending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6B4E2-F3CB-5139-4EB7-D1A26DC9B3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EA16D19-DEB8-5B64-078D-711B21F8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A-4: Browser Rending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48388-29CD-C1F1-00CF-5D9519A31B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6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83FE81-899B-B375-D55C-789C382E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do a developer need?</a:t>
            </a:r>
            <a:endParaRPr lang="en-US" sz="6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F44053-9751-3EDD-F098-18BD178E51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05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9E6E7D7-485A-5670-C224-1021F8C8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Front en</a:t>
            </a:r>
            <a:r>
              <a:rPr lang="en-US" sz="2900"/>
              <a:t>d web development </a:t>
            </a:r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11A2F-4B08-231C-FF30-9EAF4AD189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5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F2E1F9-A1C7-CA3D-1CFD-81AB4BC0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Backend web development  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0FB07E-AF0B-4DF8-3F26-3CEE926AC7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8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68C63FD-F874-DFB5-2A47-1CC8D9EF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6A1CF3-8BC6-E1E8-46DA-4909E71049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5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4BC4857-152F-5A47-F782-F60A67085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610E7-6E0B-4E49-A4FC-BE745F8803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6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FEF693E-0D14-084C-EFBA-BCFBB793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do I want a web developer 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AA7146-022A-B101-9493-19F4A75918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2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ADC25E-5C89-6C37-873B-C9C79B94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8A05B-271A-43E4-335E-957ED49FDF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6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Understanding Web developement </vt:lpstr>
      <vt:lpstr>A- How does the web work</vt:lpstr>
      <vt:lpstr>A-1: Client-Server Model</vt:lpstr>
      <vt:lpstr>A-2: HTTP/HTTPS Protocols</vt:lpstr>
      <vt:lpstr>A-3: DNS Resolution</vt:lpstr>
      <vt:lpstr>A-4: Browser Rending</vt:lpstr>
      <vt:lpstr>A-4: Browser Rending</vt:lpstr>
      <vt:lpstr>What do a developer need?</vt:lpstr>
      <vt:lpstr>Front end web development  </vt:lpstr>
      <vt:lpstr>Backend web development  </vt:lpstr>
      <vt:lpstr>PowerPoint Presentation</vt:lpstr>
      <vt:lpstr>PowerPoint Presentation</vt:lpstr>
      <vt:lpstr>Why do I want a web developer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Web developement </dc:title>
  <dc:creator>Lotfi jellali</dc:creator>
  <cp:lastModifiedBy>Lotfi jellali</cp:lastModifiedBy>
  <cp:revision>1</cp:revision>
  <dcterms:created xsi:type="dcterms:W3CDTF">2023-11-09T04:05:27Z</dcterms:created>
  <dcterms:modified xsi:type="dcterms:W3CDTF">2023-11-09T04:05:27Z</dcterms:modified>
</cp:coreProperties>
</file>